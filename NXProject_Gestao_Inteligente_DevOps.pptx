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88952" cy="73152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NXProject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6E4F7"/>
                </a:solidFill>
              </a:rPr>
              <a:t>Planejamento inteligente integrado ao Azure DevOps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0C8F0"/>
                </a:solidFill>
              </a:rPr>
              <a:t>Da estimativa ao cronograma — sem abandonar o backlog técnico.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A9AC8"/>
                </a:solidFill>
              </a:rPr>
              <a:t>Nexus XData Tecnologia  •  nexusxdata.com.br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 problema que o NXProject resolve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4864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6916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6B"/>
                </a:solidFill>
              </a:rPr>
              <a:t>📋  Backlog rico, cronograma inexistente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55F6E"/>
                </a:solidFill>
              </a:rPr>
              <a:t>O time técnico trabalha no Azure DevOps mas a gestão não consegue
visualizar datas, dependências e alocação de forma consolidada.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554480"/>
            <a:ext cx="54864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6916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6B"/>
                </a:solidFill>
              </a:rPr>
              <a:t>⚠️  Retrabalho e planilhas paralelas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55F6E"/>
                </a:solidFill>
              </a:rPr>
              <a:t>Gestores mantêm planilhas Excel manualmente, fora de sincronia com o
que o time realmente está fazendo no backlog.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40480"/>
            <a:ext cx="54864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39776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6B"/>
                </a:solidFill>
              </a:rPr>
              <a:t>🔗  Falta de rastreabilidade entre planejamento e execução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55F6E"/>
                </a:solidFill>
              </a:rPr>
              <a:t>Não há conexão direta entre a estimativa do gestor e o work item
do desenvolvedor — qualquer mudança exige atualização dupla.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54864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39776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6B"/>
                </a:solidFill>
              </a:rPr>
              <a:t>📅  Dificuldade de replanejar rapidamente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55F6E"/>
                </a:solidFill>
              </a:rPr>
              <a:t>Quando uma sprint atrasa, recalcular todas as dependências e datas
manualmente é demorado e sujeito a erros.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 que é o NXProject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137160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Uma camada de planejamento sobre o Azure DevOps que transforma o backlog técnico em cronograma gerenciável — com datas, dependências, Gantt, alocação de recursos e rastreabilidade bidirecional — sem mudar o fluxo de trabalho da equipe técnica.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2971800"/>
            <a:ext cx="1874519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31546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🗓️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657600"/>
            <a:ext cx="16916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Cronograma
automático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434840"/>
            <a:ext cx="160019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Datas calculadas a partir de duração, calendário de trabalho, feriados e predecessoras.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67128" y="2971800"/>
            <a:ext cx="1874519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7128" y="31546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3657600"/>
            <a:ext cx="16916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Integração
bidirecional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04288" y="4434840"/>
            <a:ext cx="160019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Importa e sincroniza com Azure DevOps: work items, sprints, responsáveis, estimativas.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51376" y="2971800"/>
            <a:ext cx="1874519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51376" y="31546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3657600"/>
            <a:ext cx="16916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Gantt
interativo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4434840"/>
            <a:ext cx="160019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Barras, dependências, marcos, caminho crítico e linha de base, com zoom ajustável.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35624" y="2971800"/>
            <a:ext cx="1874519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4" y="31546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🗂️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3657600"/>
            <a:ext cx="16916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TaskBoard
da execução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4434840"/>
            <a:ext cx="160019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Tasks da sprint por pessoa e estado; o time conduz o dia a dia e o board grava no DevOps.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9871" y="2971800"/>
            <a:ext cx="1874519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9871" y="31546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1" y="3657600"/>
            <a:ext cx="16916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Gestão de
recursos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1" y="4434840"/>
            <a:ext cx="160019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Alocação por pessoa, sobrecarga, mapa de alocação e custo por recurso.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4119" y="2971800"/>
            <a:ext cx="1874519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04119" y="315468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59" y="3657600"/>
            <a:ext cx="16916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IA local
ou nuvem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79" y="4434840"/>
            <a:ext cx="160019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Sugere estrutura de tarefas; o modelo local roda na própria máquina, sem enviar dados.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Filosofia de planejamento: grau de liberdade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123444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O NXProject planeja até o nível de Story. As Tasks podem ser trazidas para o cronograma, mas o objetivo é que o time detalhe e crie as tarefas durante a execução, apoiado pelo TaskBoard — o que traz mais agilidade para o projeto.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55F6E"/>
                </a:solidFill>
              </a:rPr>
              <a:t>Inspirado no conceito matemático de grau de liberdade: definir os limites do sistema sem engessar o movimento dentro deles.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611880"/>
            <a:ext cx="356616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5661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A gestão define os limites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Datas, recursos, dependências e prioridade — no nível de Epic, Feature e Story.
É o que sustenta prazo, capacidade e risco.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611880"/>
            <a:ext cx="356616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611880"/>
            <a:ext cx="35661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O time navega dentro deles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5262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A Task nasce na execução, com quem faz: decomposição, sequência e ajuste fino
acontecem no TaskBoard, sem esperar replanejamento.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3611880"/>
            <a:ext cx="356616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611880"/>
            <a:ext cx="35661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Os dois lados enxergam o mesmo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5262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A Task criada pelo time volta para a Story do cronograma; o gestor vê progresso
e bloqueio sem cobrar status manualmente.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Principais funcionalidades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278892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278892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Importação Azure DevOps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9280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Hierarquia Project → Epic → Feature → Story
• Task opcional (Load Task ToDo)
• Estimativas, datas, sprints e responsáveis
• Predecessoras e bloqueios (tag Block)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17320"/>
            <a:ext cx="278892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8892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46304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Cronograma inteligente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9280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Cascata automática por predecessoras
• Predecessora virtual por recurso
• Calendário com feriados e horas úteis
• Coluna %Daily: ritmo esperado até hoje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417320"/>
            <a:ext cx="278892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417320"/>
            <a:ext cx="278892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6304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Gráfico Gantt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9280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Barras, marcos e setas de dependência
• Caminho crítico (CPM) e linha de base
• Zoom: Dia, Semana, Sprint, Mês, Trimestre
• Arrastar para replanejar visualmente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1417320"/>
            <a:ext cx="278892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417320"/>
            <a:ext cx="278892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146304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TaskBoard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189280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Visões Projeto &amp; Story e Pessoa &amp; Task
• Arrastar muda o estado; grava em lote
• Doing/Done e limite de WIP por pessoa
• Alerta de Story fora de sincronia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023360"/>
            <a:ext cx="278892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023360"/>
            <a:ext cx="278892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06908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Task Plan (Excel)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49884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Decompõe a Story em Tasks na planilha
• Sugestão por IA e revisão do Tech Lead
• Aplica no cronograma e sincroniza
• Backup automático a cada gravação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4023360"/>
            <a:ext cx="278892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91840" y="4023360"/>
            <a:ext cx="278892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29000" y="406908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Recursos e custos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449884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Alocação por pessoa e sprint
• Mapa de alocação por projeto e mês
• Custo por recurso (hora ou mensal)
• Alerta de sobrecarga (&gt;100%)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023360"/>
            <a:ext cx="278892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023360"/>
            <a:ext cx="278892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6908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Sincronização bidirecional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49884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Datas, horas, estado, sprint, tags e predecessoras
• Cria work items novos no DevOps
• Controle de concorrência entre usuários
• Grupo administrador (Adm_NX) do projeto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35440" y="4023360"/>
            <a:ext cx="278892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35440" y="4023360"/>
            <a:ext cx="278892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72600" y="406908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Health Check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449884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Atividades em atraso (Fim &lt; hoje e % &lt; 100)
• Desvio %Daily vs % informado
• Itens sem responsável e dependências circulares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Vantagens estratégicas para a Gestão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2704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🎯  Visibilidade real sobre os projetos de TI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Cronograma consolidado com datas, dependências e percentual de conclusão — sem depender de relatórios manuais da equipe.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1732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52704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⚡  Zero impacto no fluxo técnico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A equipe continua no Azure DevOps como antes. O NXProject é uma camada de leitura e planejamento — nenhuma mudança de processo necessária.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15468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15468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26440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💰  Redução de retrabalho e custos ocultos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Elimina planilhas paralelas, reuniões de status demoradas e o custo de atrasos não detectados a tempo.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15468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5468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26440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📈  Decisão baseada em dados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Health Check automático, alocação de recursos e alertas proativos de atraso dão à gestão informação precisa para tomar decisões rápidas.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9204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89204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00176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🔒  Segurança e controle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Credenciais Azure DevOps protegidas por DPAPI (criptografia Windows por usuário). Dados do projeto em arquivo local — sem cloud obrigatório. A IA Local roda o modelo na própria máquina, sem enviar dados do projeto para fora.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89204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89204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500176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📦  Implantação simples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Aplicativo desktop com instalador próprio: sem servidor, sem banco de dados e sem infraestrutura adicional. Pronto para uso em minutos.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Como funciona — fluxo de trabalho</a:t>
            </a:r>
          </a:p>
        </p:txBody>
      </p:sp>
      <p:sp>
        <p:nvSpPr>
          <p:cNvPr id="6" name="Rectangle 5"/>
          <p:cNvSpPr/>
          <p:nvPr/>
        </p:nvSpPr>
        <p:spPr>
          <a:xfrm>
            <a:off x="196596" y="2011680"/>
            <a:ext cx="173736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" y="30175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Importar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" y="37033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Conecte ao Azure DevOps
e importe a hierarquia
de work items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5396" y="36118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08276" y="2011680"/>
            <a:ext cx="173736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5691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691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99716" y="30175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Planejar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9716" y="37033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Ajuste datas, duração,
recursos e dependências
no cronograma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7076" y="36118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19956" y="2011680"/>
            <a:ext cx="173736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6859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859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1396" y="30175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Visualizar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1396" y="37033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Acompanhe no Gantt
datas, marcos e
alocação de recursos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8756" y="36118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2011680"/>
            <a:ext cx="173736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8027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027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3076" y="30175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Executar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3076" y="37033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O time detalha as Tasks
e conduz o dia a dia
no TaskBoard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0436" y="36118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3316" y="2011680"/>
            <a:ext cx="173736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9195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9195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4756" y="30175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Sincronizar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4756" y="37033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Envie de volta ao DevOps
datas, horas, estados
e novos work items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2116" y="36118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54996" y="2011680"/>
            <a:ext cx="173736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0363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0363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46436" y="301752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Monitorar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46436" y="3703320"/>
            <a:ext cx="1554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Health Check automático
alerta atrasos,
bloqueios e sobrecarga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Para quem é o NXProject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65176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6517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2D2D2D"/>
                </a:solidFill>
              </a:rPr>
              <a:t>🧑‍💼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6B"/>
                </a:solidFill>
              </a:rPr>
              <a:t>Gerente
de Projeto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918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Cronograma integrado ao backlog, alertas de atraso, visão de dependências e datas negociadas.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265176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54480"/>
            <a:ext cx="26517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2D2D2D"/>
                </a:solidFill>
              </a:rPr>
              <a:t>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688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6B"/>
                </a:solidFill>
              </a:rPr>
              <a:t>Scrum Master
/ 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2918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Capacidade por sprint, conflito de alocação, impacto de mudanças e cascata automática.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554480"/>
            <a:ext cx="265176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26517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37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2D2D2D"/>
                </a:solidFill>
              </a:rPr>
              <a:t>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688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6B"/>
                </a:solidFill>
              </a:rPr>
              <a:t>Tech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2918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Visão de Features e Stories com predecessoras, estimativas em horas e rastreabilidade.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554480"/>
            <a:ext cx="265176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554480"/>
            <a:ext cx="26517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737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2D2D2D"/>
                </a:solidFill>
              </a:rP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4688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6B"/>
                </a:solidFill>
              </a:rPr>
              <a:t>Gestão
/ PMO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32918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Visão consolidada do portfólio, exportação para MS Project/Excel e Health Check executivo.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64008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Transforme seu backlog DevOps em um cronograma gerenciável.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418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6E4F7"/>
                </a:solidFill>
              </a:rPr>
              <a:t>O NXProject conecta a gestão ao desenvolvimento — com transparência, automação e rastreabilidade — sem mudar o processo técnico.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7B00"/>
                </a:solidFill>
              </a:rPr>
              <a:t>Solicite uma demonstração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6E4F7"/>
                </a:solidFill>
              </a:rPr>
              <a:t>comercial.nexus.xdata@gmail.com  •  nexusxdata.com.br</a:t>
            </a:r>
          </a:p>
        </p:txBody>
      </p:sp>
      <p:pic>
        <p:nvPicPr>
          <p:cNvPr id="8" name="Picture 7" descr="logo-nexus-xdata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976" y="507492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