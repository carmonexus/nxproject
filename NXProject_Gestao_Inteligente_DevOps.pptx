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NXProject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6E4F7"/>
                </a:solidFill>
              </a:rPr>
              <a:t>Planejamento inteligente integrado ao Azure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8F0"/>
                </a:solidFill>
              </a:rPr>
              <a:t>Da estimativa ao cronograma — sem abandonar o backlog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C8"/>
                </a:solidFill>
              </a:rPr>
              <a:t>Nexus XData Tecnologia  •  nexusxdata.com.br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 que o NXProject resolve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📋  Backlog rico, cronograma inexistente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O time técnico trabalha no Azure DevOps mas a gestão não consegue
visualizar datas, dependências e alocação de forma consolidada.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⚠️  Retrabalho e planilhas paralelas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Gestores mantêm planilhas Excel manualmente, fora de sincronia com o
que o time realmente está fazendo no backlog.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🔗  Falta de rastreabilidade entre planejamento e execução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Não há conexão direta entre a estimativa do gestor e o work item
do desenvolvedor — qualquer mudança exige atualização dupla.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📅  Dificuldade de replanejar rapidamente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Quando uma sprint atrasa, recalcular todas as dependências e datas
manualmente é demorado e sujeito a erros.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é o NXProject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Uma camada de planejamento sobre o Azure DevOps que transforma o backlog técnico em cronograma gerenciável — com datas, dependências, Gantt, alocação de recursos e rastreabilidade bidirecional — sem mudar o fluxo de trabalho da equipe técnica.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🗓️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Cronograma
automático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Datas calculadas a partir de duração, calendário de trabalho, feriados e predecessoras.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Integração
bidirecional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Importa e sincroniza com Azure DevOps: work items, sprints, responsáveis, estimativas.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Gantt
interativo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Visualização de barras, dependências, marcos e linha do tempo com zoom ajustável.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Gestão de
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Visão de alocação por pessoa, identificação de sobrecargas e conflitos de agenda.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Assistente
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Sugere estrutura de tarefas e decomposição de histórias a partir de texto livre.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Principais funcionalidades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Importação Azure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Hierarquia Project → Epic → Feature → Story
• Estimativas, datas, sprints e responsáveis
• Predecessoras e bloqueios (tag Block)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Cronograma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Cascata automática por predecessoras
• Predecessora virtual por recurso
• Calendário com feriados e horas úteis
• Coluna %Daily: ritmo esperado até hoje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Gráfico Gantt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Barras, marcos (milestones), setas de dependência
• Zoom: Dia, Semana, Sprint, Mês, Trimestre
• Arrastar para replanejar visualmente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Gestão de recursos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Alocação por pessoa e sprint
• Descoberta e importação de pessoas do DevOps
• Custo por recurso (importa e calcula)
• Alerta de sobrecarga (&gt;100%)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Sincronização bidirecional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Datas, horas, estado, sprint, tags e predecessoras
• Cria work items novos no DevOps
• Revisão Tech Lead: cria/edita tasks online
• Relatório detalhado de sincronização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Atividades em atraso (Fim &lt; hoje e % &lt; 100)
• Desvio %Daily vs % informado
• Itens sem responsável e dependências circulares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Vantagens estratégicas para a Gestão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🎯  Visibilidade real sobre os projetos de TI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Cronograma consolidado com datas, dependências e percentual de conclusão — sem depender de relatórios manuais da equipe.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⚡  Zero impacto no fluxo técnico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A equipe continua no Azure DevOps como antes. O NXProject é uma camada de leitura e planejamento — nenhuma mudança de processo necessária.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💰  Redução de retrabalho e custos ocultos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Elimina planilhas paralelas, reuniões de status demoradas e o custo de atrasos não detectados a tempo.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📈  Decisão baseada em dados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Health Check automático, alocação de recursos e alertas proativos de atraso dão à gestão informação precisa para tomar decisões rápidas.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🔒  Segurança e controle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Credenciais Azure DevOps protegidas por DPAPI (criptografia Windows por usuário). Dados do projeto em arquivo local — sem cloud obrigatório.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📦  Implantação simples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Instalação standalone (zero dependências externas), pronto para uso em minutos. Sem infraestrutura adicional de servidor.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funciona — fluxo de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Importar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Conecte ao Azure DevOps
e importe a hierarquia
de work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687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119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Planejar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263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Ajuste datas, duração,
recursos e dependências
no cronograma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007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Visualizar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007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Acompanhe no Gantt
datas, marcos e
alocação de 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75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607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Sincronizar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51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Envie de volta ao DevOps
datas, horas, estados
e novos work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919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4351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495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Monitorar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495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Health Check automático
alerta atrasos,
bloqueios e sobrecarga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 quem é o NXProject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🧑‍💼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Gerente
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Cronograma integrado ao backlog, alertas de atraso, visão de dependências e datas negociadas.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Scrum Master
/ 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Capacidade por sprint, conflito de alocação, impacto de mudanças e cascata automática.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Tech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Visão de Features e Stories com predecessoras, estimativas em horas e rastreabilidade.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Gestão
/ PMO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Visão consolidada do portfólio, exportação para MS Project/Excel e Health Check executivo.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Transforme seu backlog DevOps em um cronograma gerenciável.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O NXProject conecta a gestão ao desenvolvimento — com transparência, automação e rastreabilidade — sem mudar o processo técnico.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7B00"/>
                </a:solidFill>
              </a:rPr>
              <a:t>Solicite uma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</a:rPr>
              <a:t>comercial.nexus.xdata@gmail.com  •  nexusxdata.com.br</a:t>
            </a:r>
          </a:p>
        </p:txBody>
      </p:sp>
      <p:pic>
        <p:nvPicPr>
          <p:cNvPr id="8" name="Picture 7" descr="logo-nexus-xdata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6" y="507492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