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NXProject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6E4F7"/>
                </a:solidFill>
              </a:rPr>
              <a:t>Intelligent planning integrated with Azure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8F0"/>
                </a:solidFill>
              </a:rPr>
              <a:t>From estimates to schedule — without leaving the technical backlog behind.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AC8"/>
                </a:solidFill>
              </a:rPr>
              <a:t>Nexus XData Tecnologia  •  nexusxdata.com.br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NXProject solves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📋  Rich backlog, missing schedule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The technical team works in Azure DevOps, but management cannot
see dates, dependencies and allocation in one consolidated 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⚠️  Rework and parallel spreadsheets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Managers maintain Excel sheets manually, out of sync with what the
team is actually doing in the backlog.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977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🔗  Lack of traceability between planning and execution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There is no direct link between the manager's estimate and the
developer's work item — every change requires double updates.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840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977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📅  Hard to replan quickly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When a sprint slips, recalculating all dependencies and dates
manually is slow and error-prone.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NXProject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 planning layer on top of Azure DevOps that turns the technical backlog into a manageable schedule — with dates, dependencies, Gantt, resource allocation and bidirectional traceability — without changing the technical team's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🗓️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Automatic
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Dates calculated from duration, work calendar, holidays and predecessors.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184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Bidirectional
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Imports and syncs with Azure DevOps: work items, sprints, owners and estimates.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Interactive
Gantt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Bar, dependency, milestone and timeline view with adjustable zoom.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Resource
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Allocation view by person, overload detection and schedule conflict visibility.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6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AI
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Suggests task structures and story breakdown from free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DevOps 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Project → Epic → Feature → Story hierarchy
• Estimates, dates, sprints and owners
• Predecessors and blockers (Block tag)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Smart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Automatic predecessor cascade
• Virtual predecessor by resource
• Calendar with holidays and working hours
• %Daily column: expected pace by today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Gantt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Bars, milestones and dependency arrows
• Zoom: Day, Week, Sprint, Month, Quarter
• Drag to visually replan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Resource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Allocation by person and sprint
• Discover and import people from DevOps
• Cost per resource (import and compute)
• Overload alert (&gt;100%)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Bidirectional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Dates, hours, state, sprint, tags and predecessors
• Creates new work items in DevOps
• Tech Lead review: create/edit tasks online
• Detailed synchronization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Late activities (Finish &lt; today and % &lt; 100)
• %Daily vs reported % deviation
• Items without owner and circular dependencies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Strategic benefits for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2704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🎯  Real visibility into IT projects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A consolidated schedule with dates, dependencies and completion percentage — without relying on manual team reports.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2704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⚡  Zero impact on technical workflow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The team continues using Azure DevOps as before. NXProject is a reading and planning layer — no process change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6440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💰  Less rework and hidden cost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Eliminates parallel spreadsheets, long status meetings and the cost of delays detected too late.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5468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26440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📈  Data-driven decisions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Automatic Health Check, resource allocation and proactive delay alerts give management precise information for fast decisions.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9204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00176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🔒  Security and control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Azure DevOps credentials protected by DPAPI (Windows per-user encryption). Project data stays in a local file — no mandatory cloud.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89204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89204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500176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📦  Simple deployment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Standalone installation (zero external dependencies), ready in minutes. No additional server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 —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55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Connect to Azure DevOps
and import the work item
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687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119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699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699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263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263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Adjust dates, duration,
resources and dependencies
in the 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31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7443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443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007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007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Track dates, milestones
and resource allocation
in the Gantt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175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6607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187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187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751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Send dates, hours, states
and new work items back
to DevOps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919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4351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2931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931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495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495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Automatic Health Check
alerts delays, blockers
and overloads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Who NXProject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🧑‍💼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Project
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Schedule integrated with the backlog, delay alerts, dependency view and negotiated dates.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Scrum Master
/ 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Sprint capacity, allocation conflicts, change impact and automatic cascade.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Tech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Feature and Story view with predecessors, hour estimates and traceability.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Management
/ PMO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Consolidated portfolio view, export to MS Project/Excel and executive Health Check.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64008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Turn your DevOps backlog into a manageable schedule.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7"/>
                </a:solidFill>
              </a:rPr>
              <a:t>NXProject connects management and development — with transparency, automation and traceability — without changing the technical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7B00"/>
                </a:solidFill>
              </a:rPr>
              <a:t>Request a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7"/>
                </a:solidFill>
              </a:rPr>
              <a:t>comercial.nexus.xdata@gmail.com  •  nexusxdata.com.br</a:t>
            </a:r>
          </a:p>
        </p:txBody>
      </p:sp>
      <p:pic>
        <p:nvPicPr>
          <p:cNvPr id="8" name="Picture 7" descr="logo-nexus-xdata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6" y="507492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